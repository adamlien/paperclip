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mCrew preview test — 第一頁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test fixture. No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two — API Cloudflare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test fixture. No customer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